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SNOWFLAKE CORTEX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Cortex Cost Governance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D4F0"/>
                </a:solidFill>
              </a:defRPr>
            </a:pPr>
            <a:r>
              <a:t>A Streamlit in Snowflake application for monitoring, analyzing,</a:t>
            </a:r>
            <a:br/>
            <a:r>
              <a:t>and governing Cortex AI spending across your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The Challenge: Cortex AI Cost Visibility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274E"/>
                </a:solidFill>
              </a:defRPr>
            </a:pPr>
            <a:r>
              <a:t>   Cortex AI services are consumed across multiple dimensions: AI Functions, Agents, Search, and Code</a:t>
            </a:r>
          </a:p>
          <a:p>
            <a:pPr>
              <a:spcAft>
                <a:spcPts val="800"/>
              </a:spcAft>
              <a:defRPr sz="1800">
                <a:solidFill>
                  <a:srgbClr val="11274E"/>
                </a:solidFill>
              </a:defRPr>
            </a:pPr>
            <a:r>
              <a:t>   Credits are spread across 7+ ACCOUNT_USAGE views with different schemas and metrics</a:t>
            </a:r>
          </a:p>
          <a:p>
            <a:pPr>
              <a:spcAft>
                <a:spcPts val="800"/>
              </a:spcAft>
              <a:defRPr sz="1800">
                <a:solidFill>
                  <a:srgbClr val="11274E"/>
                </a:solidFill>
              </a:defRPr>
            </a:pPr>
            <a:r>
              <a:t>   No single dashboard shows total AI spend, per-user attribution, or month-over-month trends</a:t>
            </a:r>
          </a:p>
          <a:p>
            <a:pPr>
              <a:spcAft>
                <a:spcPts val="800"/>
              </a:spcAft>
              <a:defRPr sz="1800">
                <a:solidFill>
                  <a:srgbClr val="11274E"/>
                </a:solidFill>
              </a:defRPr>
            </a:pPr>
            <a:r>
              <a:t>   Cortex Search accrues serving costs 24/7 regardless of query volume</a:t>
            </a:r>
          </a:p>
          <a:p>
            <a:pPr>
              <a:spcAft>
                <a:spcPts val="800"/>
              </a:spcAft>
              <a:defRPr sz="1800">
                <a:solidFill>
                  <a:srgbClr val="11274E"/>
                </a:solidFill>
              </a:defRPr>
            </a:pPr>
            <a:r>
              <a:t>   Without governance, a single user or agent can consume thousands of credits unnoticed</a:t>
            </a:r>
          </a:p>
          <a:p>
            <a:pPr>
              <a:spcAft>
                <a:spcPts val="800"/>
              </a:spcAft>
              <a:defRPr sz="1800">
                <a:solidFill>
                  <a:srgbClr val="11274E"/>
                </a:solidFill>
              </a:defRPr>
            </a:pPr>
            <a:r>
              <a:t>   Model selection can mean a 10x cost difference for the same 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Solution: Cortex Cost Governance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A 7-page Streamlit in Snowflake app providing centralized FinOps visibility for Cortex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691640" cy="12801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Executive Overview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KPI cards, daily credit trends,</a:t>
            </a:r>
            <a:br/>
            <a:r>
              <a:t>MoM comparison, top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103120"/>
            <a:ext cx="1691640" cy="12801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Functions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Per-function and per-model</a:t>
            </a:r>
            <a:br/>
            <a:r>
              <a:t>credit/token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1691640" cy="12801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Cortex Code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AI_SERVICES credit tracking</a:t>
            </a:r>
            <a:br/>
            <a:r>
              <a:t>and query-level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1691640" cy="12801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Cortex Agents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Per-agent credits, tokens,</a:t>
            </a:r>
            <a:br/>
            <a:r>
              <a:t>Resource Budget guide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03120"/>
            <a:ext cx="1691640" cy="12801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Cortex Search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Serving vs embedding costs,</a:t>
            </a:r>
            <a:br/>
            <a:r>
              <a:t>idle service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2103120"/>
            <a:ext cx="1691640" cy="12801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 Spend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Per-user attribution,</a:t>
            </a:r>
            <a:br/>
            <a:r>
              <a:t>role-based analysis, limits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Deployed as Streamlit in Snowflake (SiS) with native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All data from SNOWFLAKE.ACCOUNT_USAGE views with 10-minute caching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Adjustable lookback period (7-180 days) on every page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Built-in governance guides with ready-to-use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Page: Executive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097280"/>
          </a:xfrm>
          <a:prstGeom prst="roundRect">
            <a:avLst/>
          </a:prstGeom>
          <a:solidFill>
            <a:srgbClr val="11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AI Credits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Sum of all AI_SERVICES +</a:t>
            </a:r>
            <a:br/>
            <a:r>
              <a:t>AI_INFERENCE credits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560320" cy="1097280"/>
          </a:xfrm>
          <a:prstGeom prst="roundRect">
            <a:avLst/>
          </a:prstGeom>
          <a:solidFill>
            <a:srgbClr val="11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MTD Credits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Current month</a:t>
            </a:r>
            <a:br/>
            <a:r>
              <a:t>credit 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560320" cy="1097280"/>
          </a:xfrm>
          <a:prstGeom prst="roundRect">
            <a:avLst/>
          </a:prstGeom>
          <a:solidFill>
            <a:srgbClr val="11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Prior Month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Previous month total</a:t>
            </a:r>
            <a:br/>
            <a:r>
              <a:t>for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560320" cy="1097280"/>
          </a:xfrm>
          <a:prstGeom prst="roundRect">
            <a:avLst/>
          </a:prstGeom>
          <a:solidFill>
            <a:srgbClr val="11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MoM Change %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Month-over-month</a:t>
            </a:r>
            <a:br/>
            <a:r>
              <a:t>percentage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Daily AI Credit Consumption  -  Area chart showing daily total credits over the lookback period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Credits by Service Type  -  Bar chart comparing AI_SERVICES vs AI_INFERENCE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Top 10 Functions by Credits  -  Ranked bar chart of the most expensive AI functions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Raw Metering Data  -  Sortable data table with full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</a:defRPr>
            </a:pPr>
            <a:r>
              <a:t>Data Source: SNOWFLAKE.ACCOUNT_USAGE.METERING_DAILY_HISTORY + CORTEX_AI_FUNCTIONS_USAGE_HISTORY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Page: AI Functions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Granular analysis of every Cortex AI function call: credits, tokens, and query counts by function and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10058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Credits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Cumulative credit</a:t>
            </a:r>
            <a:br/>
            <a:r>
              <a:t>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383280" cy="10058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Tokens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Input + output</a:t>
            </a:r>
            <a:br/>
            <a:r>
              <a:t>tokens processed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383280" cy="10058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Queries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Distinct query</a:t>
            </a:r>
            <a:br/>
            <a:r>
              <a:t>invocations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Daily Credit Trend  -  Line chart of credit consumption over time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Credits by Function  -  Bar chart (AI_COMPLETE, AI_EXTRACT, AI_EMBED, AI_SUMMARIZE, etc.)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Credits by Model  -  Bar chart (claude-4-sonnet, snowflake-arctic-embed, mistral-large, etc.)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Function x Model Breakdown  -  Cross-tabulation table with credits, tokens, and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</a:defRPr>
            </a:pPr>
            <a:r>
              <a:t>Data Source: SNOWFLAKE.ACCOUNT_USAGE.CORTEX_AI_FUNCTIONS_USAGE_HISTORY (METRICS variant flattened for tokens)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Page: Cortex Code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>
                <a:solidFill>
                  <a:srgbClr val="11274E"/>
                </a:solidFill>
              </a:defRPr>
            </a:pPr>
            <a:r>
              <a:t>Note: As of early 2026, Snowflake does not charge separately for Cortex Code. LLM invocations appear as AI_SERVICES credits. Once token pricing is enabled, costs will be tracked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Tab 1: AI Services Credits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Total AI_SERVICES credits metric card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Daily AI_SERVICES credit trend (area chart)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Raw metering data table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Tab 2: Cortex-Related Queries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Total query count and cloud service credits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Queries by user (bar chart)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Query detail table (date, user, warehouse, count, credits, duration)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</a:defRPr>
            </a:pPr>
            <a:r>
              <a:t>Data Sources: METERING_DAILY_HISTORY (AI_SERVICES) + QUERY_HISTORY (ILIKE '%CORTEX%')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Page: Cortex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Per-agent credit and token consumption with built-in Resource Budget governance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KPI Cards: Total agent credits, total tokens, total requests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Daily Agent Credit Trend  -  Line chart over selected period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Credits by Agent Name  -  Identify most expensive agents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Credits by User  -  Who is invoking agents the most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Agent Usage Detail  -  Full data table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Built-in Resource Budget Setup Guide (expandable):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1. Create cost center tags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2. Apply tags to agents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3. Create budgets with spending limits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4. Scope budgets to tagged agents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5. Add threshold alerts (80%) and automated revocation (100%)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</a:defRPr>
            </a:pPr>
            <a:r>
              <a:t>Data Source: SNOWFLAKE.ACCOUNT_USAGE.CORTEX_AGENT_USAGE_HISTORY (TOKEN_CREDITS, TOKENS columns)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Page: Cortex Search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64008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F39C12"/>
                </a:solidFill>
              </a:defRPr>
            </a:pPr>
            <a:r>
              <a:t>Cortex Search has a continuous serving cost even when idle. A 50GB index costs ~315 credits/month with zero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Tab 1: Daily Usage (Serving + Embedding)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Total Cortex Search credits metric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Credits by consumption type (serving vs embedding)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Daily trend by service name (multi-line chart)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Tab 2: Serving Detail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Serving credits by service (identify expensive services)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Daily serving trend (area chart)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Serving detail table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Built-in Idle Service Suspension Guide: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SHOW CORTEX SEARCH SERVICES / ALTER ... SUSPEND SERVING / RESUME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</a:defRPr>
            </a:pPr>
            <a:r>
              <a:t>Data Sources: CORTEX_SEARCH_DAILY_USAGE_HISTORY + CORTEX_SEARCH_SERVING_USAGE_HISTORY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Page: User Spend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Per-user AI spending attribution with role-based analysis and spending limit enforcement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KPI Cards: Unique users, total credits, total queries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Top 15 Users by Credits  -  Ranked bar chart of highest spenders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Credits by Default Role  -  Understand spending by organizational role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Monthly Trend by Top 5 Users  -  Multi-line chart showing spending patterns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User Spend Detail Table  -  User, email, role, credits, tokens, queries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Built-in Per-User Spending Limits Guide (expandable):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1. REVOKE DATABASE ROLE SNOWFLAKE.CORTEX_USER FROM ROLE PUBLIC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2. Create managed AI_FUNCTIONS_USER_ROLE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3. Per-user limit table + hourly monitoring task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4. Automated access revocation when limits exceeded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5. Monthly access restoration at billing cycle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</a:defRPr>
            </a:pPr>
            <a:r>
              <a:t>Data Sources: CORTEX_AI_FUNCTIONS_USAGE_HISTORY (LATERAL FLATTEN METRICS) +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Architecture &amp; 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App Structure: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streamlit_app.py  (entry point + st.navigation)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app_pages/  (7 page modules)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src/data.py  (centralized SQL queries)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snowflake.yml  (deployment manifest)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pyproject.toml  (dependencies)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Runtime: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Container Runtime (Python 3.11)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SYSTEM_COMPUTE_POOL_CPU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PYPI_ACCESS_INTEGRATION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ACCOUNT_USAGE Views: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METERING_DAILY_HISTORY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CORTEX_AI_FUNCTIONS_USAGE_HISTORY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CORTEX_AGENT_USAGE_HISTORY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CORTEX_SEARCH_DAILY_USAGE_HISTORY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CORTEX_SEARCH_SERVING_USAGE_HISTORY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QUERY_HISTORY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   USERS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Connection: st.connection('snowflake')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Caching: conn.query(sql, ttl=600)</a:t>
            </a:r>
          </a:p>
          <a:p>
            <a:pPr>
              <a:spcAft>
                <a:spcPts val="800"/>
              </a:spcAft>
              <a:defRPr sz="1500">
                <a:solidFill>
                  <a:srgbClr val="11274E"/>
                </a:solidFill>
              </a:defRPr>
            </a:pPr>
            <a:r>
              <a:t>Auth: Native SiS (no credentials needed)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Cortex AI Cost Governance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11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Resource Budgets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Tag-based budgets for Agents.</a:t>
            </a:r>
            <a:br/>
            <a:r>
              <a:t>Multi-layer thresholds:</a:t>
            </a:r>
            <a:br/>
            <a:r>
              <a:t>50% projected, 80% actual,</a:t>
            </a:r>
            <a:br/>
            <a:r>
              <a:t>100% auto-revoke.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Per-User Limits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Revoke CORTEX_USER from PUBLIC.</a:t>
            </a:r>
            <a:br/>
            <a:r>
              <a:t>Managed roles + hourly</a:t>
            </a:r>
            <a:br/>
            <a:r>
              <a:t>monitoring tasks with</a:t>
            </a:r>
            <a:br/>
            <a:r>
              <a:t>auto-revocation.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2011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Idle Service Mgmt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Suspend Cortex Search services</a:t>
            </a:r>
            <a:br/>
            <a:r>
              <a:t>when not in use. 24/7 serving</a:t>
            </a:r>
            <a:br/>
            <a:r>
              <a:t>cost regardless of queries.</a:t>
            </a:r>
            <a:br/>
            <a:r>
              <a:t>~315 credits/month per 50GB.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 Selection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Choose the right model.</a:t>
            </a:r>
            <a:br/>
            <a:r>
              <a:t>10x cost difference possible.</a:t>
            </a:r>
            <a:br/>
            <a:r>
              <a:t>Use AI_COUNT_TOKENS for</a:t>
            </a:r>
            <a:br/>
            <a:r>
              <a:t>pre-execution estimation.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474720" cy="201168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Query Tags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Tag queries by team/project</a:t>
            </a:r>
            <a:br/>
            <a:r>
              <a:t>for cost attribution.</a:t>
            </a:r>
            <a:br/>
            <a:r>
              <a:t>Enable chargeback and</a:t>
            </a:r>
            <a:br/>
            <a:r>
              <a:t>showback reporting.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274E"/>
                </a:solidFill>
              </a:defRPr>
            </a:pPr>
            <a:r>
              <a:t>Deployment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Prerequisites: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Snowflake account with Cortex AI services enabled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ACCOUNTADMIN role (for ACCOUNT_USAGE access)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Snowflake CLI v3.14.0+ (or uvx --from snowflake-cli)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Compute pool (e.g. SYSTEM_COMPUTE_POOL_CPU)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PYPI_ACCESS_INTEGRATION external access integration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Steps: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1. CREATE DATABASE CORTEX_COST_GOVERNANCE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2. CREATE SCHEMA CORTEX_COST_GOVERNANCE.STREAMLIT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3. Grant permissions to deploying role (ALL on DB/schema, USAGE on compute pool,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   BIND SERVICE ENDPOINT, USAGE on PYPI_ACCESS_INTEGRATION)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4. Update snowflake.yml with your warehouse and compute pool names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5. Run:  snow streamlit deploy --replace --connection &lt;your_connection&gt;</a:t>
            </a:r>
          </a:p>
          <a:p>
            <a:pPr>
              <a:spcAft>
                <a:spcPts val="800"/>
              </a:spcAft>
              <a:defRPr sz="1600">
                <a:solidFill>
                  <a:srgbClr val="11274E"/>
                </a:solidFill>
              </a:defRPr>
            </a:pPr>
            <a:r>
              <a:t>   6. Access in Snowsight under Projects &gt; Streamlit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SNOWFLAKE CORTEX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D4F0"/>
                </a:solidFill>
              </a:defRPr>
            </a:pPr>
            <a:r>
              <a:t>Access the dashboard in Snowsight:</a:t>
            </a:r>
            <a:br/>
            <a:r>
              <a:t>Projects &gt; Streamlit &gt; CORTEX_COST_GOVERNANCE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</a:defRPr>
            </a:pPr>
            <a:r>
              <a:t>GitHub: github.com/sfc-gh-tdahlberg/cortex-cost-governance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